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1420" r:id="rId2"/>
    <p:sldId id="1535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193C43-86CB-4E59-B1EB-ADE4B892B60F}" v="3" dt="2026-03-09T01:02:53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K MD GULAM" userId="3629686c-1963-4ad0-9d90-f64896f145bd" providerId="ADAL" clId="{C1066301-46E8-4A63-ABD9-64A0D5EA0B02}"/>
    <pc:docChg chg="custSel modSld">
      <pc:chgData name="ISHAK MD GULAM" userId="3629686c-1963-4ad0-9d90-f64896f145bd" providerId="ADAL" clId="{C1066301-46E8-4A63-ABD9-64A0D5EA0B02}" dt="2026-03-09T01:06:44.258" v="194" actId="20577"/>
      <pc:docMkLst>
        <pc:docMk/>
      </pc:docMkLst>
      <pc:sldChg chg="modSp mod">
        <pc:chgData name="ISHAK MD GULAM" userId="3629686c-1963-4ad0-9d90-f64896f145bd" providerId="ADAL" clId="{C1066301-46E8-4A63-ABD9-64A0D5EA0B02}" dt="2026-03-09T01:06:44.258" v="194" actId="20577"/>
        <pc:sldMkLst>
          <pc:docMk/>
          <pc:sldMk cId="1157537709" sldId="1420"/>
        </pc:sldMkLst>
        <pc:spChg chg="mod">
          <ac:chgData name="ISHAK MD GULAM" userId="3629686c-1963-4ad0-9d90-f64896f145bd" providerId="ADAL" clId="{C1066301-46E8-4A63-ABD9-64A0D5EA0B02}" dt="2026-03-09T01:03:37.255" v="185" actId="27636"/>
          <ac:spMkLst>
            <pc:docMk/>
            <pc:sldMk cId="1157537709" sldId="1420"/>
            <ac:spMk id="2" creationId="{773E81F8-418E-46B0-BF79-A9E5C85CC220}"/>
          </ac:spMkLst>
        </pc:spChg>
        <pc:spChg chg="mod">
          <ac:chgData name="ISHAK MD GULAM" userId="3629686c-1963-4ad0-9d90-f64896f145bd" providerId="ADAL" clId="{C1066301-46E8-4A63-ABD9-64A0D5EA0B02}" dt="2026-03-09T01:06:44.258" v="194" actId="20577"/>
          <ac:spMkLst>
            <pc:docMk/>
            <pc:sldMk cId="1157537709" sldId="1420"/>
            <ac:spMk id="3" creationId="{9B30F031-E57C-4418-8811-D07BEE7C11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A80AD-75C0-4139-8349-D7A56AAE3422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06930-2FBF-4BDF-BB7A-ED0F3C0B8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361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BAEBA-F25F-4473-80C2-25CDA93B21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5EA62A-FC14-43A6-9DFC-64DD0EA5E6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73821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4FBF63-6BE2-44A2-9B92-27824B37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F48-9CCD-4EE9-BB40-4739D0DAE972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98BBDE-AC92-4490-AADC-B4FE998E9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7C4298-2A89-4F0A-B1C0-77A88295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8C916F-6552-480F-893B-32796E62A980}"/>
              </a:ext>
            </a:extLst>
          </p:cNvPr>
          <p:cNvSpPr/>
          <p:nvPr userDrawn="1"/>
        </p:nvSpPr>
        <p:spPr>
          <a:xfrm>
            <a:off x="838200" y="3599357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5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1520A-C81E-4CF1-AECD-A61D6660DB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8E0C27-FA2C-4144-B7E7-505744E575A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FB215-C15F-4E74-86DC-78FAD0147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ADD3-F434-478C-876A-1D3933DF4707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1EAFA9-F342-4D37-B503-8DFA950A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22012F-5023-43D1-B1CF-BFE3A893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5CEF90-2A69-4F23-93AB-B8D6AADF74CD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89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8F93D-390F-465E-B0D5-72A75C273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70026"/>
            <a:ext cx="10515600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01743D-6833-4A7C-B35A-0BDDB635A98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2845C-3C54-4151-820C-12503D6F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F26BB-6A75-410D-A6B0-8FD34915C10D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5650C-CE10-43E1-AA00-22EE20BAA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FE2F95-697E-490C-9C4D-A59E0F91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1879A5-E33B-484A-B193-FE66531AACAC}"/>
              </a:ext>
            </a:extLst>
          </p:cNvPr>
          <p:cNvSpPr/>
          <p:nvPr userDrawn="1"/>
        </p:nvSpPr>
        <p:spPr>
          <a:xfrm>
            <a:off x="838200" y="4413578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86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7D261-400F-43CD-95C8-FE0DF8044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346026-ED45-448B-8D67-475453B7B9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649691"/>
            <a:ext cx="5104598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86C6A5-08D8-440E-B258-B881C64EC21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649691"/>
            <a:ext cx="5181600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9FDB51-62F3-4D1B-B8F7-D40284A7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CDF8-1723-475A-8393-34F016E9B184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744B04-D686-4DE2-BDDC-A3B4F371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FBE183-4474-4131-AEA4-9ADE4020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208725-7285-4D04-9690-A0DD84547197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4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BF73A-35E0-4388-AE26-587E20896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9F70A1-A021-4782-95A0-99F4C3203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0FFB53-257A-4315-A28C-9FE12D4C9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A17D5D-46C0-4878-B7E2-BD08FCD07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C2F3F9-8CCB-4F5B-85A6-D7470170D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47C80F-A4FC-4C78-89AB-B072C5C0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CD4A-1F8C-4D3E-BDD6-84C4090AF0D6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D4C5CE-D7DE-4C43-8F9E-7EA5847E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1C2CFA-CB2F-4476-8491-FBDAB29C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16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B9CC5-A2AF-47C1-8376-B695DF82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A6AA3E-6C10-4BA8-AF8D-ECF436F9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73545-46C1-49FB-A041-5415163523D0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DE3192-439D-4BEF-8848-4DF7C36D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05EAAA-CE1A-4578-A8FD-BDB3D530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670823-6C59-4996-843F-A4B8E1292D69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35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FA01BA-2C19-4BC8-9D08-60CC0DEE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BC6A4-6274-4803-89FF-1DA18D4FE7AA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921DE2-A0F7-482E-898F-C86B8C83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96F57A-5DCA-4541-B19A-1752D1A3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119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04372-0C6C-4F44-86AB-8DDAF142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88709-254A-4ED6-9188-74666615F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5872FF-AC9A-49BF-AC6E-F9EA1A406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7015C5-8E89-4986-AA3C-42A3F8FB6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353D-6971-4305-AB04-6AEE4DD0E048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82C019-EAA8-4CD6-BD5A-68BA9842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776716-556D-4628-94B1-7BC9A345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15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E144E-AA68-4DFD-9736-416AF8EE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C731A3-5F0D-4649-AF33-2F2F12D18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0070ED-93CE-4C5B-9A13-47766D18C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C3E617-2B4B-4C49-B34C-F13496F5B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5523-461B-44DB-AD97-7C06B206BE7B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88F62D-BB02-4585-B0DB-6C572478F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DA3767-C6FA-46EE-B82E-E441B3360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994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A2004-1E3B-4055-8772-F325E519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9AC7F-90CD-432E-AFBA-09A312E26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CBBB0-BA78-4216-B318-AF5F69D9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620A-9A66-47B0-9218-43F171A33458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E3B40-907A-49D6-9FA8-D643E4B4A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417526-857D-45AD-9891-D1359E79B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E34BDA-8046-4B35-A748-33A5A9C8C415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787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286F9E-ABB1-47D9-BCD5-5FE077BEA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4F122D-472C-4176-9045-BF5B3ED41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40FC9-5A0B-483C-BEC0-6349DDDF1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86D9-B5F3-454A-8918-B4C99ED5AEDE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F7ACB-A377-4E38-BF13-4CE4A72C6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2AD96-62E9-4856-8C7D-4FC6FA78D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34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0155A6-5E23-4681-A0F6-D6378107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3357F3-390C-49AE-BB15-6F8F57DC0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49691"/>
            <a:ext cx="10515600" cy="45272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9027F-305A-4270-8200-1B8B6B4B7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38399" y="6356350"/>
            <a:ext cx="13331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9D1D2423-15C0-4D7C-B759-40ACCC100800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1B4A95-7775-4330-B809-DA1B22478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F4CA50-4832-40EE-82BE-A431AAD80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13331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A439D109-9F59-4B0B-8E20-D6D3A384B1F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EB3B3E-F3B6-4A77-8CE1-CA270A7A296F}"/>
              </a:ext>
            </a:extLst>
          </p:cNvPr>
          <p:cNvSpPr/>
          <p:nvPr userDrawn="1"/>
        </p:nvSpPr>
        <p:spPr>
          <a:xfrm>
            <a:off x="0" y="0"/>
            <a:ext cx="12192000" cy="235670"/>
          </a:xfrm>
          <a:prstGeom prst="rect">
            <a:avLst/>
          </a:prstGeom>
          <a:gradFill>
            <a:gsLst>
              <a:gs pos="63000">
                <a:schemeClr val="tx1"/>
              </a:gs>
              <a:gs pos="0">
                <a:schemeClr val="tx1"/>
              </a:gs>
              <a:gs pos="8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4D56D-F798-41D4-B204-99B8E8DEAB5A}"/>
              </a:ext>
            </a:extLst>
          </p:cNvPr>
          <p:cNvSpPr txBox="1"/>
          <p:nvPr userDrawn="1"/>
        </p:nvSpPr>
        <p:spPr>
          <a:xfrm>
            <a:off x="8501826" y="6550223"/>
            <a:ext cx="3690174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ognitive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ommunications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ystems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aboratory</a:t>
            </a:r>
            <a:endParaRPr lang="en-US" altLang="ko-KR" sz="1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01637D-BAF8-43B2-A298-C5B3DAB22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077" b="34980"/>
          <a:stretch/>
        </p:blipFill>
        <p:spPr>
          <a:xfrm>
            <a:off x="9886511" y="17253"/>
            <a:ext cx="527404" cy="5262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0D9003C-FC42-4D68-ADBA-ADDEC8861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t="68955" b="6534"/>
          <a:stretch/>
        </p:blipFill>
        <p:spPr>
          <a:xfrm>
            <a:off x="10413915" y="17253"/>
            <a:ext cx="1760832" cy="52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E81F8-418E-46B0-BF79-A9E5C85CC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169878"/>
            <a:ext cx="10501993" cy="1418326"/>
          </a:xfrm>
        </p:spPr>
        <p:txBody>
          <a:bodyPr>
            <a:normAutofit fontScale="90000"/>
          </a:bodyPr>
          <a:lstStyle/>
          <a:p>
            <a:r>
              <a:rPr lang="en-US" b="0" dirty="0"/>
              <a:t>Sensing as a Service in 6G Perceptive Networks: A Unified Framework for ISAC Resource Allocation</a:t>
            </a:r>
            <a:endParaRPr lang="ko-KR" altLang="en-US" sz="3600" b="0" dirty="0">
              <a:solidFill>
                <a:srgbClr val="0000FF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30F031-E57C-4418-8811-D07BEE7C1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704436"/>
            <a:ext cx="10501993" cy="141832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 err="1"/>
              <a:t>Fuwang</a:t>
            </a:r>
            <a:r>
              <a:rPr lang="en-US" dirty="0"/>
              <a:t> Dong , Member, IEEE, Fan Liu , Member, IEEE, </a:t>
            </a:r>
            <a:r>
              <a:rPr lang="en-US" dirty="0" err="1"/>
              <a:t>Yuanhao</a:t>
            </a:r>
            <a:r>
              <a:rPr lang="en-US" dirty="0"/>
              <a:t> Cui , Member, IEEE, Wei Wang , </a:t>
            </a:r>
            <a:r>
              <a:rPr lang="en-US" i="1" dirty="0"/>
              <a:t>Senior Member, IEEE</a:t>
            </a:r>
            <a:r>
              <a:rPr lang="en-US" dirty="0"/>
              <a:t>, Kaifeng Han , </a:t>
            </a:r>
            <a:r>
              <a:rPr lang="en-US" i="1" dirty="0"/>
              <a:t>Member, IEEE</a:t>
            </a:r>
            <a:r>
              <a:rPr lang="en-US" dirty="0"/>
              <a:t>, and </a:t>
            </a:r>
            <a:r>
              <a:rPr lang="en-US" dirty="0" err="1"/>
              <a:t>Zhiqin</a:t>
            </a:r>
            <a:r>
              <a:rPr lang="en-US" dirty="0"/>
              <a:t> Wang </a:t>
            </a:r>
            <a:br>
              <a:rPr lang="en-US" dirty="0"/>
            </a:br>
            <a:endParaRPr lang="en-US" altLang="ko-KR" dirty="0">
              <a:latin typeface="Arial"/>
              <a:ea typeface="맑은 고딕"/>
              <a:cs typeface="Arial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3469BC-9EBF-44CC-97A2-356DEFF55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537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0944A7-DAFA-4EF6-9E4D-ED1A85B69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906" y="1065439"/>
            <a:ext cx="10463894" cy="425048"/>
          </a:xfrm>
        </p:spPr>
        <p:txBody>
          <a:bodyPr/>
          <a:lstStyle/>
          <a:p>
            <a:br>
              <a:rPr lang="en-US" sz="1500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Table of 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A9A21-3EFF-47FE-AF17-1A22D8129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7130"/>
            <a:ext cx="10515600" cy="4779219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endParaRPr lang="en-US" altLang="ko-K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7C2913-090F-4E65-B123-A622E093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46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62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맑은 고딕</vt:lpstr>
      <vt:lpstr>Arial</vt:lpstr>
      <vt:lpstr>Arial Black</vt:lpstr>
      <vt:lpstr>Calibri</vt:lpstr>
      <vt:lpstr>Tahoma</vt:lpstr>
      <vt:lpstr>Wingdings</vt:lpstr>
      <vt:lpstr>Office 테마</vt:lpstr>
      <vt:lpstr>Sensing as a Service in 6G Perceptive Networks: A Unified Framework for ISAC Resource Allocation</vt:lpstr>
      <vt:lpstr> Table of Contents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Jihwan Moon</dc:creator>
  <cp:lastModifiedBy>Refat Khan</cp:lastModifiedBy>
  <cp:revision>4</cp:revision>
  <dcterms:created xsi:type="dcterms:W3CDTF">2018-05-20T06:28:16Z</dcterms:created>
  <dcterms:modified xsi:type="dcterms:W3CDTF">2026-06-04T09:37:55Z</dcterms:modified>
</cp:coreProperties>
</file>